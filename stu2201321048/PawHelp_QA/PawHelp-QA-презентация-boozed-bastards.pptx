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5" d="100"/>
          <a:sy n="95" d="100"/>
        </p:scale>
        <p:origin x="2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67ADB2-A08B-4035-B4E5-3207A5B8E95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E36DDE3-AA95-47E0-8699-05B43C59D32B}">
      <dgm:prSet/>
      <dgm:spPr/>
      <dgm:t>
        <a:bodyPr/>
        <a:lstStyle/>
        <a:p>
          <a:r>
            <a:rPr lang="bg-BG"/>
            <a:t>Регистрация и </a:t>
          </a:r>
          <a:r>
            <a:rPr lang="en-US"/>
            <a:t>LogIn</a:t>
          </a:r>
        </a:p>
      </dgm:t>
    </dgm:pt>
    <dgm:pt modelId="{AD2B899A-BA3D-4D99-BC0E-A3FD39CAD821}" type="parTrans" cxnId="{B7A5AEA8-BC94-4E9F-ABC9-ABC2A2D46A2C}">
      <dgm:prSet/>
      <dgm:spPr/>
      <dgm:t>
        <a:bodyPr/>
        <a:lstStyle/>
        <a:p>
          <a:endParaRPr lang="en-US"/>
        </a:p>
      </dgm:t>
    </dgm:pt>
    <dgm:pt modelId="{AE12FD50-3969-4D16-88AD-93DCC1FD0985}" type="sibTrans" cxnId="{B7A5AEA8-BC94-4E9F-ABC9-ABC2A2D46A2C}">
      <dgm:prSet/>
      <dgm:spPr/>
      <dgm:t>
        <a:bodyPr/>
        <a:lstStyle/>
        <a:p>
          <a:endParaRPr lang="en-US"/>
        </a:p>
      </dgm:t>
    </dgm:pt>
    <dgm:pt modelId="{C15212BF-C719-49A4-89DE-668B61231B37}">
      <dgm:prSet/>
      <dgm:spPr/>
      <dgm:t>
        <a:bodyPr/>
        <a:lstStyle/>
        <a:p>
          <a:r>
            <a:rPr lang="bg-BG"/>
            <a:t>Потребителски профил</a:t>
          </a:r>
          <a:endParaRPr lang="en-US"/>
        </a:p>
      </dgm:t>
    </dgm:pt>
    <dgm:pt modelId="{48391019-7B8E-45D1-9E55-DFF8614E0166}" type="parTrans" cxnId="{4114098B-66E1-40AC-9C56-F4395E2D735F}">
      <dgm:prSet/>
      <dgm:spPr/>
      <dgm:t>
        <a:bodyPr/>
        <a:lstStyle/>
        <a:p>
          <a:endParaRPr lang="en-US"/>
        </a:p>
      </dgm:t>
    </dgm:pt>
    <dgm:pt modelId="{6B38A511-15DB-4B84-8B92-E233A944222E}" type="sibTrans" cxnId="{4114098B-66E1-40AC-9C56-F4395E2D735F}">
      <dgm:prSet/>
      <dgm:spPr/>
      <dgm:t>
        <a:bodyPr/>
        <a:lstStyle/>
        <a:p>
          <a:endParaRPr lang="en-US"/>
        </a:p>
      </dgm:t>
    </dgm:pt>
    <dgm:pt modelId="{A4D71D06-128F-46C1-A0EC-39EFC4D813FA}">
      <dgm:prSet/>
      <dgm:spPr/>
      <dgm:t>
        <a:bodyPr/>
        <a:lstStyle/>
        <a:p>
          <a:r>
            <a:rPr lang="bg-BG"/>
            <a:t>Създаване на заявки за помощ</a:t>
          </a:r>
          <a:endParaRPr lang="en-US"/>
        </a:p>
      </dgm:t>
    </dgm:pt>
    <dgm:pt modelId="{9BAF7AFB-0146-435E-A313-8FDD399E61B3}" type="parTrans" cxnId="{5E206435-DFAE-4A6E-870E-D12136AE5DD7}">
      <dgm:prSet/>
      <dgm:spPr/>
      <dgm:t>
        <a:bodyPr/>
        <a:lstStyle/>
        <a:p>
          <a:endParaRPr lang="en-US"/>
        </a:p>
      </dgm:t>
    </dgm:pt>
    <dgm:pt modelId="{0A67FA2F-FD08-4307-BA37-353C8C6AE773}" type="sibTrans" cxnId="{5E206435-DFAE-4A6E-870E-D12136AE5DD7}">
      <dgm:prSet/>
      <dgm:spPr/>
      <dgm:t>
        <a:bodyPr/>
        <a:lstStyle/>
        <a:p>
          <a:endParaRPr lang="en-US"/>
        </a:p>
      </dgm:t>
    </dgm:pt>
    <dgm:pt modelId="{BB7E3AAC-213A-43FF-A825-B407A245D2B1}">
      <dgm:prSet/>
      <dgm:spPr/>
      <dgm:t>
        <a:bodyPr/>
        <a:lstStyle/>
        <a:p>
          <a:r>
            <a:rPr lang="bg-BG"/>
            <a:t>Приемане и изпълнение на мисии</a:t>
          </a:r>
          <a:endParaRPr lang="en-US"/>
        </a:p>
      </dgm:t>
    </dgm:pt>
    <dgm:pt modelId="{A1477F5E-C925-419D-A4AC-2C60CACAE282}" type="parTrans" cxnId="{ACCA217A-0134-4433-BD63-B4506FD359F9}">
      <dgm:prSet/>
      <dgm:spPr/>
      <dgm:t>
        <a:bodyPr/>
        <a:lstStyle/>
        <a:p>
          <a:endParaRPr lang="en-US"/>
        </a:p>
      </dgm:t>
    </dgm:pt>
    <dgm:pt modelId="{35B523BB-D741-4D47-B418-060EEB10F6C0}" type="sibTrans" cxnId="{ACCA217A-0134-4433-BD63-B4506FD359F9}">
      <dgm:prSet/>
      <dgm:spPr/>
      <dgm:t>
        <a:bodyPr/>
        <a:lstStyle/>
        <a:p>
          <a:endParaRPr lang="en-US"/>
        </a:p>
      </dgm:t>
    </dgm:pt>
    <dgm:pt modelId="{C489EB77-4833-4CCC-9A67-82964D6D5892}">
      <dgm:prSet/>
      <dgm:spPr/>
      <dgm:t>
        <a:bodyPr/>
        <a:lstStyle/>
        <a:p>
          <a:r>
            <a:rPr lang="bg-BG"/>
            <a:t>Филтриране по град</a:t>
          </a:r>
          <a:endParaRPr lang="en-US"/>
        </a:p>
      </dgm:t>
    </dgm:pt>
    <dgm:pt modelId="{0B0F19BB-731C-4F45-AD85-B9009CB0F9F2}" type="parTrans" cxnId="{32D8E868-CA7B-4C96-A653-5A65E77DE531}">
      <dgm:prSet/>
      <dgm:spPr/>
      <dgm:t>
        <a:bodyPr/>
        <a:lstStyle/>
        <a:p>
          <a:endParaRPr lang="en-US"/>
        </a:p>
      </dgm:t>
    </dgm:pt>
    <dgm:pt modelId="{658E6F16-1644-4C1D-A7D7-B00EC1AAD05F}" type="sibTrans" cxnId="{32D8E868-CA7B-4C96-A653-5A65E77DE531}">
      <dgm:prSet/>
      <dgm:spPr/>
      <dgm:t>
        <a:bodyPr/>
        <a:lstStyle/>
        <a:p>
          <a:endParaRPr lang="en-US"/>
        </a:p>
      </dgm:t>
    </dgm:pt>
    <dgm:pt modelId="{45984CA5-027D-49CB-A756-1CA6355A27CC}">
      <dgm:prSet/>
      <dgm:spPr/>
      <dgm:t>
        <a:bodyPr/>
        <a:lstStyle/>
        <a:p>
          <a:r>
            <a:rPr lang="bg-BG"/>
            <a:t>Рейтинг и доверие</a:t>
          </a:r>
          <a:endParaRPr lang="en-US"/>
        </a:p>
      </dgm:t>
    </dgm:pt>
    <dgm:pt modelId="{AA7DBD8F-2BD3-48EA-AD36-8E97AC940707}" type="parTrans" cxnId="{F6599B1A-9400-4641-913E-6756529D0CC1}">
      <dgm:prSet/>
      <dgm:spPr/>
      <dgm:t>
        <a:bodyPr/>
        <a:lstStyle/>
        <a:p>
          <a:endParaRPr lang="en-US"/>
        </a:p>
      </dgm:t>
    </dgm:pt>
    <dgm:pt modelId="{29CE7FA0-CF5B-4956-A107-3EA6D7A147EC}" type="sibTrans" cxnId="{F6599B1A-9400-4641-913E-6756529D0CC1}">
      <dgm:prSet/>
      <dgm:spPr/>
      <dgm:t>
        <a:bodyPr/>
        <a:lstStyle/>
        <a:p>
          <a:endParaRPr lang="en-US"/>
        </a:p>
      </dgm:t>
    </dgm:pt>
    <dgm:pt modelId="{5FF46617-6EA2-47FB-90B1-501B9EB50A63}">
      <dgm:prSet/>
      <dgm:spPr/>
      <dgm:t>
        <a:bodyPr/>
        <a:lstStyle/>
        <a:p>
          <a:r>
            <a:rPr lang="bg-BG"/>
            <a:t>ИЗвестия</a:t>
          </a:r>
          <a:endParaRPr lang="en-US"/>
        </a:p>
      </dgm:t>
    </dgm:pt>
    <dgm:pt modelId="{A38FCCAF-8AC5-4E0C-8809-8F8AA709854B}" type="parTrans" cxnId="{36FEFC52-AF66-49C6-8923-A424E38A00CE}">
      <dgm:prSet/>
      <dgm:spPr/>
      <dgm:t>
        <a:bodyPr/>
        <a:lstStyle/>
        <a:p>
          <a:endParaRPr lang="en-US"/>
        </a:p>
      </dgm:t>
    </dgm:pt>
    <dgm:pt modelId="{730D346C-0D4E-4C0C-87CC-B763BA8672C4}" type="sibTrans" cxnId="{36FEFC52-AF66-49C6-8923-A424E38A00CE}">
      <dgm:prSet/>
      <dgm:spPr/>
      <dgm:t>
        <a:bodyPr/>
        <a:lstStyle/>
        <a:p>
          <a:endParaRPr lang="en-US"/>
        </a:p>
      </dgm:t>
    </dgm:pt>
    <dgm:pt modelId="{55E4CE89-9773-47A2-8B8C-729403856F3D}" type="pres">
      <dgm:prSet presAssocID="{2967ADB2-A08B-4035-B4E5-3207A5B8E95D}" presName="linear" presStyleCnt="0">
        <dgm:presLayoutVars>
          <dgm:animLvl val="lvl"/>
          <dgm:resizeHandles val="exact"/>
        </dgm:presLayoutVars>
      </dgm:prSet>
      <dgm:spPr/>
    </dgm:pt>
    <dgm:pt modelId="{2ACCF0D1-02A2-4DC9-9BBD-02518826A9B7}" type="pres">
      <dgm:prSet presAssocID="{BE36DDE3-AA95-47E0-8699-05B43C59D32B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1A204E15-6503-4256-8ABF-595427E5216A}" type="pres">
      <dgm:prSet presAssocID="{AE12FD50-3969-4D16-88AD-93DCC1FD0985}" presName="spacer" presStyleCnt="0"/>
      <dgm:spPr/>
    </dgm:pt>
    <dgm:pt modelId="{B7B1FB2B-6E97-46D5-A9C2-C23B05B875B7}" type="pres">
      <dgm:prSet presAssocID="{C15212BF-C719-49A4-89DE-668B61231B37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99920CF0-8460-45F7-808D-5BF065A85DD2}" type="pres">
      <dgm:prSet presAssocID="{6B38A511-15DB-4B84-8B92-E233A944222E}" presName="spacer" presStyleCnt="0"/>
      <dgm:spPr/>
    </dgm:pt>
    <dgm:pt modelId="{9681CED3-525D-4BDC-9F59-F714539C1AAC}" type="pres">
      <dgm:prSet presAssocID="{A4D71D06-128F-46C1-A0EC-39EFC4D813FA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29A13139-78AE-4B11-B697-F3CD12FD22D6}" type="pres">
      <dgm:prSet presAssocID="{0A67FA2F-FD08-4307-BA37-353C8C6AE773}" presName="spacer" presStyleCnt="0"/>
      <dgm:spPr/>
    </dgm:pt>
    <dgm:pt modelId="{486A40BA-F256-4137-848F-6A31B4BE9233}" type="pres">
      <dgm:prSet presAssocID="{BB7E3AAC-213A-43FF-A825-B407A245D2B1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2C9C3EE7-DF5E-44BA-A929-E17730983E67}" type="pres">
      <dgm:prSet presAssocID="{35B523BB-D741-4D47-B418-060EEB10F6C0}" presName="spacer" presStyleCnt="0"/>
      <dgm:spPr/>
    </dgm:pt>
    <dgm:pt modelId="{29063CC6-AFCD-4147-A586-125868F5ABA2}" type="pres">
      <dgm:prSet presAssocID="{C489EB77-4833-4CCC-9A67-82964D6D5892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A1CE5468-28F9-4489-892B-589A354586AE}" type="pres">
      <dgm:prSet presAssocID="{658E6F16-1644-4C1D-A7D7-B00EC1AAD05F}" presName="spacer" presStyleCnt="0"/>
      <dgm:spPr/>
    </dgm:pt>
    <dgm:pt modelId="{431D8F09-0030-48DE-965F-0BA758959774}" type="pres">
      <dgm:prSet presAssocID="{45984CA5-027D-49CB-A756-1CA6355A27CC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2873435C-2883-4609-870B-B80CFBE8972E}" type="pres">
      <dgm:prSet presAssocID="{29CE7FA0-CF5B-4956-A107-3EA6D7A147EC}" presName="spacer" presStyleCnt="0"/>
      <dgm:spPr/>
    </dgm:pt>
    <dgm:pt modelId="{59AC42AD-8B1A-4072-A9D3-B4E0586A109C}" type="pres">
      <dgm:prSet presAssocID="{5FF46617-6EA2-47FB-90B1-501B9EB50A6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8B685B04-57E7-4727-BFDB-E9A31BB2225D}" type="presOf" srcId="{A4D71D06-128F-46C1-A0EC-39EFC4D813FA}" destId="{9681CED3-525D-4BDC-9F59-F714539C1AAC}" srcOrd="0" destOrd="0" presId="urn:microsoft.com/office/officeart/2005/8/layout/vList2"/>
    <dgm:cxn modelId="{F1FF900E-E5F0-40EC-A466-BF1D3BDA365C}" type="presOf" srcId="{5FF46617-6EA2-47FB-90B1-501B9EB50A63}" destId="{59AC42AD-8B1A-4072-A9D3-B4E0586A109C}" srcOrd="0" destOrd="0" presId="urn:microsoft.com/office/officeart/2005/8/layout/vList2"/>
    <dgm:cxn modelId="{2B394A15-3949-458E-BE7E-0659ABEF7F74}" type="presOf" srcId="{C15212BF-C719-49A4-89DE-668B61231B37}" destId="{B7B1FB2B-6E97-46D5-A9C2-C23B05B875B7}" srcOrd="0" destOrd="0" presId="urn:microsoft.com/office/officeart/2005/8/layout/vList2"/>
    <dgm:cxn modelId="{F6599B1A-9400-4641-913E-6756529D0CC1}" srcId="{2967ADB2-A08B-4035-B4E5-3207A5B8E95D}" destId="{45984CA5-027D-49CB-A756-1CA6355A27CC}" srcOrd="5" destOrd="0" parTransId="{AA7DBD8F-2BD3-48EA-AD36-8E97AC940707}" sibTransId="{29CE7FA0-CF5B-4956-A107-3EA6D7A147EC}"/>
    <dgm:cxn modelId="{5E206435-DFAE-4A6E-870E-D12136AE5DD7}" srcId="{2967ADB2-A08B-4035-B4E5-3207A5B8E95D}" destId="{A4D71D06-128F-46C1-A0EC-39EFC4D813FA}" srcOrd="2" destOrd="0" parTransId="{9BAF7AFB-0146-435E-A313-8FDD399E61B3}" sibTransId="{0A67FA2F-FD08-4307-BA37-353C8C6AE773}"/>
    <dgm:cxn modelId="{79D99441-8EB9-44FB-8499-9E84CAAEAC31}" type="presOf" srcId="{BE36DDE3-AA95-47E0-8699-05B43C59D32B}" destId="{2ACCF0D1-02A2-4DC9-9BBD-02518826A9B7}" srcOrd="0" destOrd="0" presId="urn:microsoft.com/office/officeart/2005/8/layout/vList2"/>
    <dgm:cxn modelId="{32D8E868-CA7B-4C96-A653-5A65E77DE531}" srcId="{2967ADB2-A08B-4035-B4E5-3207A5B8E95D}" destId="{C489EB77-4833-4CCC-9A67-82964D6D5892}" srcOrd="4" destOrd="0" parTransId="{0B0F19BB-731C-4F45-AD85-B9009CB0F9F2}" sibTransId="{658E6F16-1644-4C1D-A7D7-B00EC1AAD05F}"/>
    <dgm:cxn modelId="{36FEFC52-AF66-49C6-8923-A424E38A00CE}" srcId="{2967ADB2-A08B-4035-B4E5-3207A5B8E95D}" destId="{5FF46617-6EA2-47FB-90B1-501B9EB50A63}" srcOrd="6" destOrd="0" parTransId="{A38FCCAF-8AC5-4E0C-8809-8F8AA709854B}" sibTransId="{730D346C-0D4E-4C0C-87CC-B763BA8672C4}"/>
    <dgm:cxn modelId="{00FF4D75-8D91-48B6-80F0-6F727EED9E65}" type="presOf" srcId="{C489EB77-4833-4CCC-9A67-82964D6D5892}" destId="{29063CC6-AFCD-4147-A586-125868F5ABA2}" srcOrd="0" destOrd="0" presId="urn:microsoft.com/office/officeart/2005/8/layout/vList2"/>
    <dgm:cxn modelId="{ACCA217A-0134-4433-BD63-B4506FD359F9}" srcId="{2967ADB2-A08B-4035-B4E5-3207A5B8E95D}" destId="{BB7E3AAC-213A-43FF-A825-B407A245D2B1}" srcOrd="3" destOrd="0" parTransId="{A1477F5E-C925-419D-A4AC-2C60CACAE282}" sibTransId="{35B523BB-D741-4D47-B418-060EEB10F6C0}"/>
    <dgm:cxn modelId="{CA672F87-3645-477D-A082-2D56D77E81CF}" type="presOf" srcId="{BB7E3AAC-213A-43FF-A825-B407A245D2B1}" destId="{486A40BA-F256-4137-848F-6A31B4BE9233}" srcOrd="0" destOrd="0" presId="urn:microsoft.com/office/officeart/2005/8/layout/vList2"/>
    <dgm:cxn modelId="{4114098B-66E1-40AC-9C56-F4395E2D735F}" srcId="{2967ADB2-A08B-4035-B4E5-3207A5B8E95D}" destId="{C15212BF-C719-49A4-89DE-668B61231B37}" srcOrd="1" destOrd="0" parTransId="{48391019-7B8E-45D1-9E55-DFF8614E0166}" sibTransId="{6B38A511-15DB-4B84-8B92-E233A944222E}"/>
    <dgm:cxn modelId="{B7A5AEA8-BC94-4E9F-ABC9-ABC2A2D46A2C}" srcId="{2967ADB2-A08B-4035-B4E5-3207A5B8E95D}" destId="{BE36DDE3-AA95-47E0-8699-05B43C59D32B}" srcOrd="0" destOrd="0" parTransId="{AD2B899A-BA3D-4D99-BC0E-A3FD39CAD821}" sibTransId="{AE12FD50-3969-4D16-88AD-93DCC1FD0985}"/>
    <dgm:cxn modelId="{0729DEB4-58F2-4F2B-A24A-00CACF3549C0}" type="presOf" srcId="{45984CA5-027D-49CB-A756-1CA6355A27CC}" destId="{431D8F09-0030-48DE-965F-0BA758959774}" srcOrd="0" destOrd="0" presId="urn:microsoft.com/office/officeart/2005/8/layout/vList2"/>
    <dgm:cxn modelId="{58E7DFD5-0CD6-444A-A96E-A13096D85AEB}" type="presOf" srcId="{2967ADB2-A08B-4035-B4E5-3207A5B8E95D}" destId="{55E4CE89-9773-47A2-8B8C-729403856F3D}" srcOrd="0" destOrd="0" presId="urn:microsoft.com/office/officeart/2005/8/layout/vList2"/>
    <dgm:cxn modelId="{F1D79D95-A789-47AB-8A19-CF72F61CCBDE}" type="presParOf" srcId="{55E4CE89-9773-47A2-8B8C-729403856F3D}" destId="{2ACCF0D1-02A2-4DC9-9BBD-02518826A9B7}" srcOrd="0" destOrd="0" presId="urn:microsoft.com/office/officeart/2005/8/layout/vList2"/>
    <dgm:cxn modelId="{1BA5BE03-67ED-4A60-AD04-33C0C7A5C4D8}" type="presParOf" srcId="{55E4CE89-9773-47A2-8B8C-729403856F3D}" destId="{1A204E15-6503-4256-8ABF-595427E5216A}" srcOrd="1" destOrd="0" presId="urn:microsoft.com/office/officeart/2005/8/layout/vList2"/>
    <dgm:cxn modelId="{44CEB316-B5C8-4D0F-81DB-B93C56C304E2}" type="presParOf" srcId="{55E4CE89-9773-47A2-8B8C-729403856F3D}" destId="{B7B1FB2B-6E97-46D5-A9C2-C23B05B875B7}" srcOrd="2" destOrd="0" presId="urn:microsoft.com/office/officeart/2005/8/layout/vList2"/>
    <dgm:cxn modelId="{05A29AE0-BFD9-413C-98DB-6016E906A327}" type="presParOf" srcId="{55E4CE89-9773-47A2-8B8C-729403856F3D}" destId="{99920CF0-8460-45F7-808D-5BF065A85DD2}" srcOrd="3" destOrd="0" presId="urn:microsoft.com/office/officeart/2005/8/layout/vList2"/>
    <dgm:cxn modelId="{D4A0477D-F3D1-4343-B951-D5C1EBF8BE0E}" type="presParOf" srcId="{55E4CE89-9773-47A2-8B8C-729403856F3D}" destId="{9681CED3-525D-4BDC-9F59-F714539C1AAC}" srcOrd="4" destOrd="0" presId="urn:microsoft.com/office/officeart/2005/8/layout/vList2"/>
    <dgm:cxn modelId="{B8C16FE6-ADDA-45D7-86F6-28EBB2FA2739}" type="presParOf" srcId="{55E4CE89-9773-47A2-8B8C-729403856F3D}" destId="{29A13139-78AE-4B11-B697-F3CD12FD22D6}" srcOrd="5" destOrd="0" presId="urn:microsoft.com/office/officeart/2005/8/layout/vList2"/>
    <dgm:cxn modelId="{953ABBD6-ACA0-4F89-918B-56B7284BFEC9}" type="presParOf" srcId="{55E4CE89-9773-47A2-8B8C-729403856F3D}" destId="{486A40BA-F256-4137-848F-6A31B4BE9233}" srcOrd="6" destOrd="0" presId="urn:microsoft.com/office/officeart/2005/8/layout/vList2"/>
    <dgm:cxn modelId="{F31A29D2-6517-464B-A773-F2C159141C05}" type="presParOf" srcId="{55E4CE89-9773-47A2-8B8C-729403856F3D}" destId="{2C9C3EE7-DF5E-44BA-A929-E17730983E67}" srcOrd="7" destOrd="0" presId="urn:microsoft.com/office/officeart/2005/8/layout/vList2"/>
    <dgm:cxn modelId="{BCE18D4B-FCC9-4CC4-81F5-4F180E671135}" type="presParOf" srcId="{55E4CE89-9773-47A2-8B8C-729403856F3D}" destId="{29063CC6-AFCD-4147-A586-125868F5ABA2}" srcOrd="8" destOrd="0" presId="urn:microsoft.com/office/officeart/2005/8/layout/vList2"/>
    <dgm:cxn modelId="{0586C426-BDBA-4DE1-8DF4-D3FE1F424FFD}" type="presParOf" srcId="{55E4CE89-9773-47A2-8B8C-729403856F3D}" destId="{A1CE5468-28F9-4489-892B-589A354586AE}" srcOrd="9" destOrd="0" presId="urn:microsoft.com/office/officeart/2005/8/layout/vList2"/>
    <dgm:cxn modelId="{02A28AA0-E413-45C4-B142-341EE2E241AD}" type="presParOf" srcId="{55E4CE89-9773-47A2-8B8C-729403856F3D}" destId="{431D8F09-0030-48DE-965F-0BA758959774}" srcOrd="10" destOrd="0" presId="urn:microsoft.com/office/officeart/2005/8/layout/vList2"/>
    <dgm:cxn modelId="{8FD66B7F-C6FB-4FA6-8814-C05EEB91F347}" type="presParOf" srcId="{55E4CE89-9773-47A2-8B8C-729403856F3D}" destId="{2873435C-2883-4609-870B-B80CFBE8972E}" srcOrd="11" destOrd="0" presId="urn:microsoft.com/office/officeart/2005/8/layout/vList2"/>
    <dgm:cxn modelId="{DABD3627-95FF-4263-8BBC-CBA3EFCD75E9}" type="presParOf" srcId="{55E4CE89-9773-47A2-8B8C-729403856F3D}" destId="{59AC42AD-8B1A-4072-A9D3-B4E0586A109C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59F172-55CE-41F8-B4A1-8855027F0420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D47FC8A-33E5-4542-93D2-94362B4FCCBD}">
      <dgm:prSet/>
      <dgm:spPr/>
      <dgm:t>
        <a:bodyPr/>
        <a:lstStyle/>
        <a:p>
          <a:r>
            <a:rPr lang="bg-BG"/>
            <a:t>Цел на тестването</a:t>
          </a:r>
          <a:endParaRPr lang="en-US"/>
        </a:p>
      </dgm:t>
    </dgm:pt>
    <dgm:pt modelId="{6CC6F612-950B-4290-B5C3-298862640C07}" type="parTrans" cxnId="{555BC39B-B396-4012-B8ED-4612795B5026}">
      <dgm:prSet/>
      <dgm:spPr/>
      <dgm:t>
        <a:bodyPr/>
        <a:lstStyle/>
        <a:p>
          <a:endParaRPr lang="en-US"/>
        </a:p>
      </dgm:t>
    </dgm:pt>
    <dgm:pt modelId="{A443BADE-3BB8-4267-B4BC-E60DCD00EB1B}" type="sibTrans" cxnId="{555BC39B-B396-4012-B8ED-4612795B5026}">
      <dgm:prSet/>
      <dgm:spPr/>
      <dgm:t>
        <a:bodyPr/>
        <a:lstStyle/>
        <a:p>
          <a:endParaRPr lang="en-US"/>
        </a:p>
      </dgm:t>
    </dgm:pt>
    <dgm:pt modelId="{F86541D5-C07A-46C2-A5B4-42B4808D9693}">
      <dgm:prSet/>
      <dgm:spPr/>
      <dgm:t>
        <a:bodyPr/>
        <a:lstStyle/>
        <a:p>
          <a:r>
            <a:rPr lang="bg-BG"/>
            <a:t>Коректна и сигурна работа</a:t>
          </a:r>
          <a:endParaRPr lang="en-US"/>
        </a:p>
      </dgm:t>
    </dgm:pt>
    <dgm:pt modelId="{45CCD1A2-357D-4F0E-9DAA-76A64FB6C87F}" type="parTrans" cxnId="{231A06EA-F2FA-423F-B05B-2856ACF78EFC}">
      <dgm:prSet/>
      <dgm:spPr/>
      <dgm:t>
        <a:bodyPr/>
        <a:lstStyle/>
        <a:p>
          <a:endParaRPr lang="en-US"/>
        </a:p>
      </dgm:t>
    </dgm:pt>
    <dgm:pt modelId="{BBA11E3A-C84E-497D-A406-40636C7E9409}" type="sibTrans" cxnId="{231A06EA-F2FA-423F-B05B-2856ACF78EFC}">
      <dgm:prSet/>
      <dgm:spPr/>
      <dgm:t>
        <a:bodyPr/>
        <a:lstStyle/>
        <a:p>
          <a:endParaRPr lang="en-US"/>
        </a:p>
      </dgm:t>
    </dgm:pt>
    <dgm:pt modelId="{683C7B70-A271-462A-A6A9-CA07550F1D1B}">
      <dgm:prSet/>
      <dgm:spPr/>
      <dgm:t>
        <a:bodyPr/>
        <a:lstStyle/>
        <a:p>
          <a:r>
            <a:rPr lang="bg-BG"/>
            <a:t>Заличаване на злоупотреби и рискове</a:t>
          </a:r>
          <a:endParaRPr lang="en-US"/>
        </a:p>
      </dgm:t>
    </dgm:pt>
    <dgm:pt modelId="{57B71100-3B76-44A8-A53A-D6D18F8D9AFC}" type="parTrans" cxnId="{B8BC42C8-148E-43A7-886A-A7E58C2F2246}">
      <dgm:prSet/>
      <dgm:spPr/>
      <dgm:t>
        <a:bodyPr/>
        <a:lstStyle/>
        <a:p>
          <a:endParaRPr lang="en-US"/>
        </a:p>
      </dgm:t>
    </dgm:pt>
    <dgm:pt modelId="{891D6D8B-EADF-4155-87F8-E886F1CDBC6E}" type="sibTrans" cxnId="{B8BC42C8-148E-43A7-886A-A7E58C2F2246}">
      <dgm:prSet/>
      <dgm:spPr/>
      <dgm:t>
        <a:bodyPr/>
        <a:lstStyle/>
        <a:p>
          <a:endParaRPr lang="en-US"/>
        </a:p>
      </dgm:t>
    </dgm:pt>
    <dgm:pt modelId="{3CDCA1E3-7A7A-4C8F-86C5-692B702F3909}">
      <dgm:prSet/>
      <dgm:spPr/>
      <dgm:t>
        <a:bodyPr/>
        <a:lstStyle/>
        <a:p>
          <a:r>
            <a:rPr lang="bg-BG"/>
            <a:t>Осигуряване на добро потребителско изживяване</a:t>
          </a:r>
          <a:endParaRPr lang="en-US"/>
        </a:p>
      </dgm:t>
    </dgm:pt>
    <dgm:pt modelId="{A6EEDCD4-9DBA-4B25-AA09-AC1FCBC0F3CC}" type="parTrans" cxnId="{87014BCA-BFB6-4F55-849B-C1C9BDC349F3}">
      <dgm:prSet/>
      <dgm:spPr/>
      <dgm:t>
        <a:bodyPr/>
        <a:lstStyle/>
        <a:p>
          <a:endParaRPr lang="en-US"/>
        </a:p>
      </dgm:t>
    </dgm:pt>
    <dgm:pt modelId="{E8BA2910-E10F-4AB0-ACC7-8B0C86B58EC6}" type="sibTrans" cxnId="{87014BCA-BFB6-4F55-849B-C1C9BDC349F3}">
      <dgm:prSet/>
      <dgm:spPr/>
      <dgm:t>
        <a:bodyPr/>
        <a:lstStyle/>
        <a:p>
          <a:endParaRPr lang="en-US"/>
        </a:p>
      </dgm:t>
    </dgm:pt>
    <dgm:pt modelId="{448AE07A-2D08-4408-AF73-CB1F7655E902}">
      <dgm:prSet/>
      <dgm:spPr/>
      <dgm:t>
        <a:bodyPr/>
        <a:lstStyle/>
        <a:p>
          <a:r>
            <a:rPr lang="bg-BG"/>
            <a:t>Обхват</a:t>
          </a:r>
          <a:endParaRPr lang="en-US"/>
        </a:p>
      </dgm:t>
    </dgm:pt>
    <dgm:pt modelId="{E43E942B-FFB9-4A0A-8EE2-C177179CA6D6}" type="parTrans" cxnId="{F22C6CA7-3DAE-432F-9EFE-FC5AC0CD874C}">
      <dgm:prSet/>
      <dgm:spPr/>
      <dgm:t>
        <a:bodyPr/>
        <a:lstStyle/>
        <a:p>
          <a:endParaRPr lang="en-US"/>
        </a:p>
      </dgm:t>
    </dgm:pt>
    <dgm:pt modelId="{234377A3-1C41-454E-A126-342A3975E085}" type="sibTrans" cxnId="{F22C6CA7-3DAE-432F-9EFE-FC5AC0CD874C}">
      <dgm:prSet/>
      <dgm:spPr/>
      <dgm:t>
        <a:bodyPr/>
        <a:lstStyle/>
        <a:p>
          <a:endParaRPr lang="en-US"/>
        </a:p>
      </dgm:t>
    </dgm:pt>
    <dgm:pt modelId="{CB523D07-607B-4327-967D-674F936DBC58}">
      <dgm:prSet/>
      <dgm:spPr/>
      <dgm:t>
        <a:bodyPr/>
        <a:lstStyle/>
        <a:p>
          <a:r>
            <a:rPr lang="bg-BG"/>
            <a:t>Ръчно тестване на всички основни модули</a:t>
          </a:r>
          <a:endParaRPr lang="en-US"/>
        </a:p>
      </dgm:t>
    </dgm:pt>
    <dgm:pt modelId="{B1001E07-BCE0-4D02-BE4C-294E94B8A45F}" type="parTrans" cxnId="{78E5A4BB-85B9-4AE6-914A-BEF3F1B205A0}">
      <dgm:prSet/>
      <dgm:spPr/>
      <dgm:t>
        <a:bodyPr/>
        <a:lstStyle/>
        <a:p>
          <a:endParaRPr lang="en-US"/>
        </a:p>
      </dgm:t>
    </dgm:pt>
    <dgm:pt modelId="{98162E06-8852-45AA-8D1D-6AA828BFDA02}" type="sibTrans" cxnId="{78E5A4BB-85B9-4AE6-914A-BEF3F1B205A0}">
      <dgm:prSet/>
      <dgm:spPr/>
      <dgm:t>
        <a:bodyPr/>
        <a:lstStyle/>
        <a:p>
          <a:endParaRPr lang="en-US"/>
        </a:p>
      </dgm:t>
    </dgm:pt>
    <dgm:pt modelId="{A846A01D-3CD9-42AB-A1E0-A161083C87E7}">
      <dgm:prSet/>
      <dgm:spPr/>
      <dgm:t>
        <a:bodyPr/>
        <a:lstStyle/>
        <a:p>
          <a:r>
            <a:rPr lang="bg-BG"/>
            <a:t>Позитивни, негативни и </a:t>
          </a:r>
          <a:r>
            <a:rPr lang="en-US"/>
            <a:t>edge cases</a:t>
          </a:r>
          <a:r>
            <a:rPr lang="bg-BG"/>
            <a:t> сценарии</a:t>
          </a:r>
          <a:endParaRPr lang="en-US"/>
        </a:p>
      </dgm:t>
    </dgm:pt>
    <dgm:pt modelId="{2F35128E-1B24-4955-A4D4-156007328FBC}" type="parTrans" cxnId="{BCD3CB90-A9C1-4F3B-B4CA-EBB184FF0F85}">
      <dgm:prSet/>
      <dgm:spPr/>
      <dgm:t>
        <a:bodyPr/>
        <a:lstStyle/>
        <a:p>
          <a:endParaRPr lang="en-US"/>
        </a:p>
      </dgm:t>
    </dgm:pt>
    <dgm:pt modelId="{BDB6FF4B-0A5C-4FBB-A53B-33547741BC78}" type="sibTrans" cxnId="{BCD3CB90-A9C1-4F3B-B4CA-EBB184FF0F85}">
      <dgm:prSet/>
      <dgm:spPr/>
      <dgm:t>
        <a:bodyPr/>
        <a:lstStyle/>
        <a:p>
          <a:endParaRPr lang="en-US"/>
        </a:p>
      </dgm:t>
    </dgm:pt>
    <dgm:pt modelId="{FD4F2E4B-3C9D-4283-B84C-E6D5F5AD9F46}" type="pres">
      <dgm:prSet presAssocID="{CB59F172-55CE-41F8-B4A1-8855027F0420}" presName="Name0" presStyleCnt="0">
        <dgm:presLayoutVars>
          <dgm:dir/>
          <dgm:animLvl val="lvl"/>
          <dgm:resizeHandles val="exact"/>
        </dgm:presLayoutVars>
      </dgm:prSet>
      <dgm:spPr/>
    </dgm:pt>
    <dgm:pt modelId="{804F81D6-3EDF-418C-8669-427A7F87AA57}" type="pres">
      <dgm:prSet presAssocID="{DD47FC8A-33E5-4542-93D2-94362B4FCCBD}" presName="composite" presStyleCnt="0"/>
      <dgm:spPr/>
    </dgm:pt>
    <dgm:pt modelId="{84439C20-9AB4-4D5A-8A43-9637DE589C4F}" type="pres">
      <dgm:prSet presAssocID="{DD47FC8A-33E5-4542-93D2-94362B4FCCBD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EB68B06F-9A4A-4E0D-BBE7-D0FEE1199494}" type="pres">
      <dgm:prSet presAssocID="{DD47FC8A-33E5-4542-93D2-94362B4FCCBD}" presName="desTx" presStyleLbl="alignAccFollowNode1" presStyleIdx="0" presStyleCnt="2">
        <dgm:presLayoutVars>
          <dgm:bulletEnabled val="1"/>
        </dgm:presLayoutVars>
      </dgm:prSet>
      <dgm:spPr/>
    </dgm:pt>
    <dgm:pt modelId="{3CBD7913-5345-4797-80FE-9A3F29982CEA}" type="pres">
      <dgm:prSet presAssocID="{A443BADE-3BB8-4267-B4BC-E60DCD00EB1B}" presName="space" presStyleCnt="0"/>
      <dgm:spPr/>
    </dgm:pt>
    <dgm:pt modelId="{E1A7AE35-A0DE-44F8-9B38-8FC78C280E29}" type="pres">
      <dgm:prSet presAssocID="{448AE07A-2D08-4408-AF73-CB1F7655E902}" presName="composite" presStyleCnt="0"/>
      <dgm:spPr/>
    </dgm:pt>
    <dgm:pt modelId="{FCFDD21B-5E85-4570-A926-990AA31D7D86}" type="pres">
      <dgm:prSet presAssocID="{448AE07A-2D08-4408-AF73-CB1F7655E902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37A5A4F8-DE2D-4C18-B235-57892EAF536F}" type="pres">
      <dgm:prSet presAssocID="{448AE07A-2D08-4408-AF73-CB1F7655E90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7C7440A-4000-4C56-98FD-A60A9E40804C}" type="presOf" srcId="{CB59F172-55CE-41F8-B4A1-8855027F0420}" destId="{FD4F2E4B-3C9D-4283-B84C-E6D5F5AD9F46}" srcOrd="0" destOrd="0" presId="urn:microsoft.com/office/officeart/2005/8/layout/hList1"/>
    <dgm:cxn modelId="{B8B07A12-DEFC-4027-8D61-A4A65DE6C0E8}" type="presOf" srcId="{3CDCA1E3-7A7A-4C8F-86C5-692B702F3909}" destId="{EB68B06F-9A4A-4E0D-BBE7-D0FEE1199494}" srcOrd="0" destOrd="2" presId="urn:microsoft.com/office/officeart/2005/8/layout/hList1"/>
    <dgm:cxn modelId="{7503044D-FA84-4D57-8B8E-74B92F40F88F}" type="presOf" srcId="{A846A01D-3CD9-42AB-A1E0-A161083C87E7}" destId="{37A5A4F8-DE2D-4C18-B235-57892EAF536F}" srcOrd="0" destOrd="1" presId="urn:microsoft.com/office/officeart/2005/8/layout/hList1"/>
    <dgm:cxn modelId="{BCD3CB90-A9C1-4F3B-B4CA-EBB184FF0F85}" srcId="{448AE07A-2D08-4408-AF73-CB1F7655E902}" destId="{A846A01D-3CD9-42AB-A1E0-A161083C87E7}" srcOrd="1" destOrd="0" parTransId="{2F35128E-1B24-4955-A4D4-156007328FBC}" sibTransId="{BDB6FF4B-0A5C-4FBB-A53B-33547741BC78}"/>
    <dgm:cxn modelId="{F678B094-8B50-4BE5-8EDB-5E40A262FE5D}" type="presOf" srcId="{683C7B70-A271-462A-A6A9-CA07550F1D1B}" destId="{EB68B06F-9A4A-4E0D-BBE7-D0FEE1199494}" srcOrd="0" destOrd="1" presId="urn:microsoft.com/office/officeart/2005/8/layout/hList1"/>
    <dgm:cxn modelId="{555BC39B-B396-4012-B8ED-4612795B5026}" srcId="{CB59F172-55CE-41F8-B4A1-8855027F0420}" destId="{DD47FC8A-33E5-4542-93D2-94362B4FCCBD}" srcOrd="0" destOrd="0" parTransId="{6CC6F612-950B-4290-B5C3-298862640C07}" sibTransId="{A443BADE-3BB8-4267-B4BC-E60DCD00EB1B}"/>
    <dgm:cxn modelId="{F22C6CA7-3DAE-432F-9EFE-FC5AC0CD874C}" srcId="{CB59F172-55CE-41F8-B4A1-8855027F0420}" destId="{448AE07A-2D08-4408-AF73-CB1F7655E902}" srcOrd="1" destOrd="0" parTransId="{E43E942B-FFB9-4A0A-8EE2-C177179CA6D6}" sibTransId="{234377A3-1C41-454E-A126-342A3975E085}"/>
    <dgm:cxn modelId="{CA8B79BA-A959-4AF2-9936-E8BE83576EBC}" type="presOf" srcId="{F86541D5-C07A-46C2-A5B4-42B4808D9693}" destId="{EB68B06F-9A4A-4E0D-BBE7-D0FEE1199494}" srcOrd="0" destOrd="0" presId="urn:microsoft.com/office/officeart/2005/8/layout/hList1"/>
    <dgm:cxn modelId="{78E5A4BB-85B9-4AE6-914A-BEF3F1B205A0}" srcId="{448AE07A-2D08-4408-AF73-CB1F7655E902}" destId="{CB523D07-607B-4327-967D-674F936DBC58}" srcOrd="0" destOrd="0" parTransId="{B1001E07-BCE0-4D02-BE4C-294E94B8A45F}" sibTransId="{98162E06-8852-45AA-8D1D-6AA828BFDA02}"/>
    <dgm:cxn modelId="{B8BC42C8-148E-43A7-886A-A7E58C2F2246}" srcId="{DD47FC8A-33E5-4542-93D2-94362B4FCCBD}" destId="{683C7B70-A271-462A-A6A9-CA07550F1D1B}" srcOrd="1" destOrd="0" parTransId="{57B71100-3B76-44A8-A53A-D6D18F8D9AFC}" sibTransId="{891D6D8B-EADF-4155-87F8-E886F1CDBC6E}"/>
    <dgm:cxn modelId="{87014BCA-BFB6-4F55-849B-C1C9BDC349F3}" srcId="{DD47FC8A-33E5-4542-93D2-94362B4FCCBD}" destId="{3CDCA1E3-7A7A-4C8F-86C5-692B702F3909}" srcOrd="2" destOrd="0" parTransId="{A6EEDCD4-9DBA-4B25-AA09-AC1FCBC0F3CC}" sibTransId="{E8BA2910-E10F-4AB0-ACC7-8B0C86B58EC6}"/>
    <dgm:cxn modelId="{231A06EA-F2FA-423F-B05B-2856ACF78EFC}" srcId="{DD47FC8A-33E5-4542-93D2-94362B4FCCBD}" destId="{F86541D5-C07A-46C2-A5B4-42B4808D9693}" srcOrd="0" destOrd="0" parTransId="{45CCD1A2-357D-4F0E-9DAA-76A64FB6C87F}" sibTransId="{BBA11E3A-C84E-497D-A406-40636C7E9409}"/>
    <dgm:cxn modelId="{F3A494EE-A642-4727-A592-551EF7B6303C}" type="presOf" srcId="{448AE07A-2D08-4408-AF73-CB1F7655E902}" destId="{FCFDD21B-5E85-4570-A926-990AA31D7D86}" srcOrd="0" destOrd="0" presId="urn:microsoft.com/office/officeart/2005/8/layout/hList1"/>
    <dgm:cxn modelId="{89A6EDF0-E895-44A0-8837-0A1A082DD9BE}" type="presOf" srcId="{CB523D07-607B-4327-967D-674F936DBC58}" destId="{37A5A4F8-DE2D-4C18-B235-57892EAF536F}" srcOrd="0" destOrd="0" presId="urn:microsoft.com/office/officeart/2005/8/layout/hList1"/>
    <dgm:cxn modelId="{31548CFF-3749-4963-BC36-88912DD339A3}" type="presOf" srcId="{DD47FC8A-33E5-4542-93D2-94362B4FCCBD}" destId="{84439C20-9AB4-4D5A-8A43-9637DE589C4F}" srcOrd="0" destOrd="0" presId="urn:microsoft.com/office/officeart/2005/8/layout/hList1"/>
    <dgm:cxn modelId="{DD564854-9405-4C25-B014-AA7E1B0F5334}" type="presParOf" srcId="{FD4F2E4B-3C9D-4283-B84C-E6D5F5AD9F46}" destId="{804F81D6-3EDF-418C-8669-427A7F87AA57}" srcOrd="0" destOrd="0" presId="urn:microsoft.com/office/officeart/2005/8/layout/hList1"/>
    <dgm:cxn modelId="{EB6DD29E-6A39-46C6-B163-5087218EC545}" type="presParOf" srcId="{804F81D6-3EDF-418C-8669-427A7F87AA57}" destId="{84439C20-9AB4-4D5A-8A43-9637DE589C4F}" srcOrd="0" destOrd="0" presId="urn:microsoft.com/office/officeart/2005/8/layout/hList1"/>
    <dgm:cxn modelId="{749F9D4A-B42E-4F2E-8277-0CCC1087F097}" type="presParOf" srcId="{804F81D6-3EDF-418C-8669-427A7F87AA57}" destId="{EB68B06F-9A4A-4E0D-BBE7-D0FEE1199494}" srcOrd="1" destOrd="0" presId="urn:microsoft.com/office/officeart/2005/8/layout/hList1"/>
    <dgm:cxn modelId="{4E7B32A7-1EF3-443E-9CBC-0ACC3E05D56F}" type="presParOf" srcId="{FD4F2E4B-3C9D-4283-B84C-E6D5F5AD9F46}" destId="{3CBD7913-5345-4797-80FE-9A3F29982CEA}" srcOrd="1" destOrd="0" presId="urn:microsoft.com/office/officeart/2005/8/layout/hList1"/>
    <dgm:cxn modelId="{83205893-6388-4EBE-B73E-4B686E9F7BED}" type="presParOf" srcId="{FD4F2E4B-3C9D-4283-B84C-E6D5F5AD9F46}" destId="{E1A7AE35-A0DE-44F8-9B38-8FC78C280E29}" srcOrd="2" destOrd="0" presId="urn:microsoft.com/office/officeart/2005/8/layout/hList1"/>
    <dgm:cxn modelId="{A1671B4A-E966-4975-AE52-5D66CE903D55}" type="presParOf" srcId="{E1A7AE35-A0DE-44F8-9B38-8FC78C280E29}" destId="{FCFDD21B-5E85-4570-A926-990AA31D7D86}" srcOrd="0" destOrd="0" presId="urn:microsoft.com/office/officeart/2005/8/layout/hList1"/>
    <dgm:cxn modelId="{0399D9E6-7189-4EE2-A1DE-7FC970CB376E}" type="presParOf" srcId="{E1A7AE35-A0DE-44F8-9B38-8FC78C280E29}" destId="{37A5A4F8-DE2D-4C18-B235-57892EAF536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A271F6D-BD09-4DD6-9916-40C415664C39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2EABCDA-2480-460D-AE41-67FEC8CB266D}">
      <dgm:prSet/>
      <dgm:spPr/>
      <dgm:t>
        <a:bodyPr/>
        <a:lstStyle/>
        <a:p>
          <a:r>
            <a:rPr lang="ru-RU"/>
            <a:t>PawHelp може да се използва като реална платформа за социална помощ на локално ниво</a:t>
          </a:r>
          <a:endParaRPr lang="en-US"/>
        </a:p>
      </dgm:t>
    </dgm:pt>
    <dgm:pt modelId="{790D2EB8-1FB7-4FF0-9245-AD4F3079EED3}" type="parTrans" cxnId="{350E8762-EEF8-4B10-8A4C-B510EB4E4CC3}">
      <dgm:prSet/>
      <dgm:spPr/>
      <dgm:t>
        <a:bodyPr/>
        <a:lstStyle/>
        <a:p>
          <a:endParaRPr lang="en-US"/>
        </a:p>
      </dgm:t>
    </dgm:pt>
    <dgm:pt modelId="{136B748B-3461-4205-947B-01EE1DCF0089}" type="sibTrans" cxnId="{350E8762-EEF8-4B10-8A4C-B510EB4E4CC3}">
      <dgm:prSet/>
      <dgm:spPr/>
      <dgm:t>
        <a:bodyPr/>
        <a:lstStyle/>
        <a:p>
          <a:endParaRPr lang="en-US"/>
        </a:p>
      </dgm:t>
    </dgm:pt>
    <dgm:pt modelId="{76DF6811-3BA7-4C08-BAB7-822AE115BA04}">
      <dgm:prSet/>
      <dgm:spPr/>
      <dgm:t>
        <a:bodyPr/>
        <a:lstStyle/>
        <a:p>
          <a:r>
            <a:rPr lang="ru-RU"/>
            <a:t>Добре дефинираният Test Plan позволява лесно поддържане и надграждане на системата</a:t>
          </a:r>
          <a:endParaRPr lang="en-US"/>
        </a:p>
      </dgm:t>
    </dgm:pt>
    <dgm:pt modelId="{9C400FE9-FC3B-4F2A-8B3F-F19CDC2ED404}" type="parTrans" cxnId="{7E7E2F82-F233-4F7A-A6CE-9E82DD740BA8}">
      <dgm:prSet/>
      <dgm:spPr/>
      <dgm:t>
        <a:bodyPr/>
        <a:lstStyle/>
        <a:p>
          <a:endParaRPr lang="en-US"/>
        </a:p>
      </dgm:t>
    </dgm:pt>
    <dgm:pt modelId="{BD439D2B-C322-403C-8AD2-E1C7132BA01E}" type="sibTrans" cxnId="{7E7E2F82-F233-4F7A-A6CE-9E82DD740BA8}">
      <dgm:prSet/>
      <dgm:spPr/>
      <dgm:t>
        <a:bodyPr/>
        <a:lstStyle/>
        <a:p>
          <a:endParaRPr lang="en-US"/>
        </a:p>
      </dgm:t>
    </dgm:pt>
    <dgm:pt modelId="{C2712051-679F-4EE2-AF70-D9A7EC83AA2E}">
      <dgm:prSet/>
      <dgm:spPr/>
      <dgm:t>
        <a:bodyPr/>
        <a:lstStyle/>
        <a:p>
          <a:r>
            <a:rPr lang="ru-RU"/>
            <a:t>При разширяване на функционалностите могат да се добавят автоматизирани тестове и мониторинг</a:t>
          </a:r>
          <a:endParaRPr lang="en-US"/>
        </a:p>
      </dgm:t>
    </dgm:pt>
    <dgm:pt modelId="{8D782CDA-7341-481F-8DD7-FBB39FFE5CD0}" type="parTrans" cxnId="{70E72EE7-AF63-4DA6-9236-85C0ACDD882B}">
      <dgm:prSet/>
      <dgm:spPr/>
      <dgm:t>
        <a:bodyPr/>
        <a:lstStyle/>
        <a:p>
          <a:endParaRPr lang="en-US"/>
        </a:p>
      </dgm:t>
    </dgm:pt>
    <dgm:pt modelId="{504A9AB4-70C5-4E87-8707-DAB1D6D88EE2}" type="sibTrans" cxnId="{70E72EE7-AF63-4DA6-9236-85C0ACDD882B}">
      <dgm:prSet/>
      <dgm:spPr/>
      <dgm:t>
        <a:bodyPr/>
        <a:lstStyle/>
        <a:p>
          <a:endParaRPr lang="en-US"/>
        </a:p>
      </dgm:t>
    </dgm:pt>
    <dgm:pt modelId="{079D10E3-BB3C-4242-A16D-6417A692E2AE}">
      <dgm:prSet/>
      <dgm:spPr/>
      <dgm:t>
        <a:bodyPr/>
        <a:lstStyle/>
        <a:p>
          <a:r>
            <a:rPr lang="ru-RU"/>
            <a:t>Проектът е добра основа за внедряване в реална среда с повишени изисквания за сигурност и надеждност</a:t>
          </a:r>
          <a:endParaRPr lang="en-US"/>
        </a:p>
      </dgm:t>
    </dgm:pt>
    <dgm:pt modelId="{C67587DC-853A-4D4A-B2A6-359EF62ED0A4}" type="parTrans" cxnId="{69E6C88A-2392-4215-A3EE-DC2C0168BCD5}">
      <dgm:prSet/>
      <dgm:spPr/>
      <dgm:t>
        <a:bodyPr/>
        <a:lstStyle/>
        <a:p>
          <a:endParaRPr lang="en-US"/>
        </a:p>
      </dgm:t>
    </dgm:pt>
    <dgm:pt modelId="{7B4A70F3-02CB-488F-A381-84C714364A07}" type="sibTrans" cxnId="{69E6C88A-2392-4215-A3EE-DC2C0168BCD5}">
      <dgm:prSet/>
      <dgm:spPr/>
      <dgm:t>
        <a:bodyPr/>
        <a:lstStyle/>
        <a:p>
          <a:endParaRPr lang="en-US"/>
        </a:p>
      </dgm:t>
    </dgm:pt>
    <dgm:pt modelId="{34AB4EA9-EB22-44C3-BCFB-E5FCDAF15BE8}" type="pres">
      <dgm:prSet presAssocID="{CA271F6D-BD09-4DD6-9916-40C415664C39}" presName="matrix" presStyleCnt="0">
        <dgm:presLayoutVars>
          <dgm:chMax val="1"/>
          <dgm:dir/>
          <dgm:resizeHandles val="exact"/>
        </dgm:presLayoutVars>
      </dgm:prSet>
      <dgm:spPr/>
    </dgm:pt>
    <dgm:pt modelId="{F203B30A-4A06-41C8-B543-867ED4DDEDE7}" type="pres">
      <dgm:prSet presAssocID="{CA271F6D-BD09-4DD6-9916-40C415664C39}" presName="diamond" presStyleLbl="bgShp" presStyleIdx="0" presStyleCnt="1"/>
      <dgm:spPr/>
    </dgm:pt>
    <dgm:pt modelId="{2940A85F-8988-40BE-A03B-7C38C1B36660}" type="pres">
      <dgm:prSet presAssocID="{CA271F6D-BD09-4DD6-9916-40C415664C3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2AC0BD2-B2C4-485A-8E35-408FA4546E0C}" type="pres">
      <dgm:prSet presAssocID="{CA271F6D-BD09-4DD6-9916-40C415664C3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D3A3DBF-8BC2-4080-A443-7A36CEBB6902}" type="pres">
      <dgm:prSet presAssocID="{CA271F6D-BD09-4DD6-9916-40C415664C3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C7A4D34-2C4A-441C-AB1B-887AED9F634F}" type="pres">
      <dgm:prSet presAssocID="{CA271F6D-BD09-4DD6-9916-40C415664C3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EA8CF31-AE50-47B6-98ED-4200FFB27EC2}" type="presOf" srcId="{C2712051-679F-4EE2-AF70-D9A7EC83AA2E}" destId="{DD3A3DBF-8BC2-4080-A443-7A36CEBB6902}" srcOrd="0" destOrd="0" presId="urn:microsoft.com/office/officeart/2005/8/layout/matrix3"/>
    <dgm:cxn modelId="{C036FB3D-1601-48A8-977B-956CF58FBA87}" type="presOf" srcId="{CA271F6D-BD09-4DD6-9916-40C415664C39}" destId="{34AB4EA9-EB22-44C3-BCFB-E5FCDAF15BE8}" srcOrd="0" destOrd="0" presId="urn:microsoft.com/office/officeart/2005/8/layout/matrix3"/>
    <dgm:cxn modelId="{350E8762-EEF8-4B10-8A4C-B510EB4E4CC3}" srcId="{CA271F6D-BD09-4DD6-9916-40C415664C39}" destId="{E2EABCDA-2480-460D-AE41-67FEC8CB266D}" srcOrd="0" destOrd="0" parTransId="{790D2EB8-1FB7-4FF0-9245-AD4F3079EED3}" sibTransId="{136B748B-3461-4205-947B-01EE1DCF0089}"/>
    <dgm:cxn modelId="{32AAE072-ECCA-42E1-9D6F-BF2750F41D67}" type="presOf" srcId="{E2EABCDA-2480-460D-AE41-67FEC8CB266D}" destId="{2940A85F-8988-40BE-A03B-7C38C1B36660}" srcOrd="0" destOrd="0" presId="urn:microsoft.com/office/officeart/2005/8/layout/matrix3"/>
    <dgm:cxn modelId="{7E7E2F82-F233-4F7A-A6CE-9E82DD740BA8}" srcId="{CA271F6D-BD09-4DD6-9916-40C415664C39}" destId="{76DF6811-3BA7-4C08-BAB7-822AE115BA04}" srcOrd="1" destOrd="0" parTransId="{9C400FE9-FC3B-4F2A-8B3F-F19CDC2ED404}" sibTransId="{BD439D2B-C322-403C-8AD2-E1C7132BA01E}"/>
    <dgm:cxn modelId="{69E6C88A-2392-4215-A3EE-DC2C0168BCD5}" srcId="{CA271F6D-BD09-4DD6-9916-40C415664C39}" destId="{079D10E3-BB3C-4242-A16D-6417A692E2AE}" srcOrd="3" destOrd="0" parTransId="{C67587DC-853A-4D4A-B2A6-359EF62ED0A4}" sibTransId="{7B4A70F3-02CB-488F-A381-84C714364A07}"/>
    <dgm:cxn modelId="{70E72EE7-AF63-4DA6-9236-85C0ACDD882B}" srcId="{CA271F6D-BD09-4DD6-9916-40C415664C39}" destId="{C2712051-679F-4EE2-AF70-D9A7EC83AA2E}" srcOrd="2" destOrd="0" parTransId="{8D782CDA-7341-481F-8DD7-FBB39FFE5CD0}" sibTransId="{504A9AB4-70C5-4E87-8707-DAB1D6D88EE2}"/>
    <dgm:cxn modelId="{257A86E8-E797-4E3F-BAAE-B9038EAECFA1}" type="presOf" srcId="{079D10E3-BB3C-4242-A16D-6417A692E2AE}" destId="{DC7A4D34-2C4A-441C-AB1B-887AED9F634F}" srcOrd="0" destOrd="0" presId="urn:microsoft.com/office/officeart/2005/8/layout/matrix3"/>
    <dgm:cxn modelId="{6BA150F1-4921-4F87-BA3F-1FE0335BA24D}" type="presOf" srcId="{76DF6811-3BA7-4C08-BAB7-822AE115BA04}" destId="{C2AC0BD2-B2C4-485A-8E35-408FA4546E0C}" srcOrd="0" destOrd="0" presId="urn:microsoft.com/office/officeart/2005/8/layout/matrix3"/>
    <dgm:cxn modelId="{212EE23F-56BE-4C49-A36B-43420AE07372}" type="presParOf" srcId="{34AB4EA9-EB22-44C3-BCFB-E5FCDAF15BE8}" destId="{F203B30A-4A06-41C8-B543-867ED4DDEDE7}" srcOrd="0" destOrd="0" presId="urn:microsoft.com/office/officeart/2005/8/layout/matrix3"/>
    <dgm:cxn modelId="{2CEEFB73-7D14-4660-A4FF-ED936CCC979B}" type="presParOf" srcId="{34AB4EA9-EB22-44C3-BCFB-E5FCDAF15BE8}" destId="{2940A85F-8988-40BE-A03B-7C38C1B36660}" srcOrd="1" destOrd="0" presId="urn:microsoft.com/office/officeart/2005/8/layout/matrix3"/>
    <dgm:cxn modelId="{D54767FB-A710-4442-B575-40D6075DE36E}" type="presParOf" srcId="{34AB4EA9-EB22-44C3-BCFB-E5FCDAF15BE8}" destId="{C2AC0BD2-B2C4-485A-8E35-408FA4546E0C}" srcOrd="2" destOrd="0" presId="urn:microsoft.com/office/officeart/2005/8/layout/matrix3"/>
    <dgm:cxn modelId="{7B040379-B5DA-42D3-A349-3E1F20AC1785}" type="presParOf" srcId="{34AB4EA9-EB22-44C3-BCFB-E5FCDAF15BE8}" destId="{DD3A3DBF-8BC2-4080-A443-7A36CEBB6902}" srcOrd="3" destOrd="0" presId="urn:microsoft.com/office/officeart/2005/8/layout/matrix3"/>
    <dgm:cxn modelId="{BA6582E0-2187-4F27-88B8-F5F801ABEC16}" type="presParOf" srcId="{34AB4EA9-EB22-44C3-BCFB-E5FCDAF15BE8}" destId="{DC7A4D34-2C4A-441C-AB1B-887AED9F634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CCF0D1-02A2-4DC9-9BBD-02518826A9B7}">
      <dsp:nvSpPr>
        <dsp:cNvPr id="0" name=""/>
        <dsp:cNvSpPr/>
      </dsp:nvSpPr>
      <dsp:spPr>
        <a:xfrm>
          <a:off x="0" y="54268"/>
          <a:ext cx="6949440" cy="7370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000" kern="1200"/>
            <a:t>Регистрация и </a:t>
          </a:r>
          <a:r>
            <a:rPr lang="en-US" sz="3000" kern="1200"/>
            <a:t>LogIn</a:t>
          </a:r>
        </a:p>
      </dsp:txBody>
      <dsp:txXfrm>
        <a:off x="35982" y="90250"/>
        <a:ext cx="6877476" cy="665135"/>
      </dsp:txXfrm>
    </dsp:sp>
    <dsp:sp modelId="{B7B1FB2B-6E97-46D5-A9C2-C23B05B875B7}">
      <dsp:nvSpPr>
        <dsp:cNvPr id="0" name=""/>
        <dsp:cNvSpPr/>
      </dsp:nvSpPr>
      <dsp:spPr>
        <a:xfrm>
          <a:off x="0" y="877768"/>
          <a:ext cx="6949440" cy="737099"/>
        </a:xfrm>
        <a:prstGeom prst="roundRect">
          <a:avLst/>
        </a:prstGeom>
        <a:solidFill>
          <a:schemeClr val="accent2">
            <a:hueOff val="-173555"/>
            <a:satOff val="-3605"/>
            <a:lumOff val="-9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000" kern="1200"/>
            <a:t>Потребителски профил</a:t>
          </a:r>
          <a:endParaRPr lang="en-US" sz="3000" kern="1200"/>
        </a:p>
      </dsp:txBody>
      <dsp:txXfrm>
        <a:off x="35982" y="913750"/>
        <a:ext cx="6877476" cy="665135"/>
      </dsp:txXfrm>
    </dsp:sp>
    <dsp:sp modelId="{9681CED3-525D-4BDC-9F59-F714539C1AAC}">
      <dsp:nvSpPr>
        <dsp:cNvPr id="0" name=""/>
        <dsp:cNvSpPr/>
      </dsp:nvSpPr>
      <dsp:spPr>
        <a:xfrm>
          <a:off x="0" y="1701268"/>
          <a:ext cx="6949440" cy="737099"/>
        </a:xfrm>
        <a:prstGeom prst="roundRect">
          <a:avLst/>
        </a:prstGeom>
        <a:solidFill>
          <a:schemeClr val="accent2">
            <a:hueOff val="-347110"/>
            <a:satOff val="-7210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000" kern="1200"/>
            <a:t>Създаване на заявки за помощ</a:t>
          </a:r>
          <a:endParaRPr lang="en-US" sz="3000" kern="1200"/>
        </a:p>
      </dsp:txBody>
      <dsp:txXfrm>
        <a:off x="35982" y="1737250"/>
        <a:ext cx="6877476" cy="665135"/>
      </dsp:txXfrm>
    </dsp:sp>
    <dsp:sp modelId="{486A40BA-F256-4137-848F-6A31B4BE9233}">
      <dsp:nvSpPr>
        <dsp:cNvPr id="0" name=""/>
        <dsp:cNvSpPr/>
      </dsp:nvSpPr>
      <dsp:spPr>
        <a:xfrm>
          <a:off x="0" y="2524769"/>
          <a:ext cx="6949440" cy="737099"/>
        </a:xfrm>
        <a:prstGeom prst="roundRect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000" kern="1200"/>
            <a:t>Приемане и изпълнение на мисии</a:t>
          </a:r>
          <a:endParaRPr lang="en-US" sz="3000" kern="1200"/>
        </a:p>
      </dsp:txBody>
      <dsp:txXfrm>
        <a:off x="35982" y="2560751"/>
        <a:ext cx="6877476" cy="665135"/>
      </dsp:txXfrm>
    </dsp:sp>
    <dsp:sp modelId="{29063CC6-AFCD-4147-A586-125868F5ABA2}">
      <dsp:nvSpPr>
        <dsp:cNvPr id="0" name=""/>
        <dsp:cNvSpPr/>
      </dsp:nvSpPr>
      <dsp:spPr>
        <a:xfrm>
          <a:off x="0" y="3348269"/>
          <a:ext cx="6949440" cy="737099"/>
        </a:xfrm>
        <a:prstGeom prst="roundRect">
          <a:avLst/>
        </a:prstGeom>
        <a:solidFill>
          <a:schemeClr val="accent2">
            <a:hueOff val="-694219"/>
            <a:satOff val="-14421"/>
            <a:lumOff val="-39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000" kern="1200"/>
            <a:t>Филтриране по град</a:t>
          </a:r>
          <a:endParaRPr lang="en-US" sz="3000" kern="1200"/>
        </a:p>
      </dsp:txBody>
      <dsp:txXfrm>
        <a:off x="35982" y="3384251"/>
        <a:ext cx="6877476" cy="665135"/>
      </dsp:txXfrm>
    </dsp:sp>
    <dsp:sp modelId="{431D8F09-0030-48DE-965F-0BA758959774}">
      <dsp:nvSpPr>
        <dsp:cNvPr id="0" name=""/>
        <dsp:cNvSpPr/>
      </dsp:nvSpPr>
      <dsp:spPr>
        <a:xfrm>
          <a:off x="0" y="4171769"/>
          <a:ext cx="6949440" cy="737099"/>
        </a:xfrm>
        <a:prstGeom prst="roundRect">
          <a:avLst/>
        </a:prstGeom>
        <a:solidFill>
          <a:schemeClr val="accent2">
            <a:hueOff val="-867774"/>
            <a:satOff val="-18026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000" kern="1200"/>
            <a:t>Рейтинг и доверие</a:t>
          </a:r>
          <a:endParaRPr lang="en-US" sz="3000" kern="1200"/>
        </a:p>
      </dsp:txBody>
      <dsp:txXfrm>
        <a:off x="35982" y="4207751"/>
        <a:ext cx="6877476" cy="665135"/>
      </dsp:txXfrm>
    </dsp:sp>
    <dsp:sp modelId="{59AC42AD-8B1A-4072-A9D3-B4E0586A109C}">
      <dsp:nvSpPr>
        <dsp:cNvPr id="0" name=""/>
        <dsp:cNvSpPr/>
      </dsp:nvSpPr>
      <dsp:spPr>
        <a:xfrm>
          <a:off x="0" y="4995269"/>
          <a:ext cx="6949440" cy="737099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000" kern="1200"/>
            <a:t>ИЗвестия</a:t>
          </a:r>
          <a:endParaRPr lang="en-US" sz="3000" kern="1200"/>
        </a:p>
      </dsp:txBody>
      <dsp:txXfrm>
        <a:off x="35982" y="5031251"/>
        <a:ext cx="6877476" cy="6651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439C20-9AB4-4D5A-8A43-9637DE589C4F}">
      <dsp:nvSpPr>
        <dsp:cNvPr id="0" name=""/>
        <dsp:cNvSpPr/>
      </dsp:nvSpPr>
      <dsp:spPr>
        <a:xfrm>
          <a:off x="53" y="416401"/>
          <a:ext cx="5114453" cy="864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000" kern="1200"/>
            <a:t>Цел на тестването</a:t>
          </a:r>
          <a:endParaRPr lang="en-US" sz="3000" kern="1200"/>
        </a:p>
      </dsp:txBody>
      <dsp:txXfrm>
        <a:off x="53" y="416401"/>
        <a:ext cx="5114453" cy="864000"/>
      </dsp:txXfrm>
    </dsp:sp>
    <dsp:sp modelId="{EB68B06F-9A4A-4E0D-BBE7-D0FEE1199494}">
      <dsp:nvSpPr>
        <dsp:cNvPr id="0" name=""/>
        <dsp:cNvSpPr/>
      </dsp:nvSpPr>
      <dsp:spPr>
        <a:xfrm>
          <a:off x="53" y="1280401"/>
          <a:ext cx="5114453" cy="271755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3000" kern="1200"/>
            <a:t>Коректна и сигурна работа</a:t>
          </a:r>
          <a:endParaRPr lang="en-US" sz="3000" kern="120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3000" kern="1200"/>
            <a:t>Заличаване на злоупотреби и рискове</a:t>
          </a:r>
          <a:endParaRPr lang="en-US" sz="3000" kern="120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3000" kern="1200"/>
            <a:t>Осигуряване на добро потребителско изживяване</a:t>
          </a:r>
          <a:endParaRPr lang="en-US" sz="3000" kern="1200"/>
        </a:p>
      </dsp:txBody>
      <dsp:txXfrm>
        <a:off x="53" y="1280401"/>
        <a:ext cx="5114453" cy="2717550"/>
      </dsp:txXfrm>
    </dsp:sp>
    <dsp:sp modelId="{FCFDD21B-5E85-4570-A926-990AA31D7D86}">
      <dsp:nvSpPr>
        <dsp:cNvPr id="0" name=""/>
        <dsp:cNvSpPr/>
      </dsp:nvSpPr>
      <dsp:spPr>
        <a:xfrm>
          <a:off x="5830530" y="416401"/>
          <a:ext cx="5114453" cy="8640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000" kern="1200"/>
            <a:t>Обхват</a:t>
          </a:r>
          <a:endParaRPr lang="en-US" sz="3000" kern="1200"/>
        </a:p>
      </dsp:txBody>
      <dsp:txXfrm>
        <a:off x="5830530" y="416401"/>
        <a:ext cx="5114453" cy="864000"/>
      </dsp:txXfrm>
    </dsp:sp>
    <dsp:sp modelId="{37A5A4F8-DE2D-4C18-B235-57892EAF536F}">
      <dsp:nvSpPr>
        <dsp:cNvPr id="0" name=""/>
        <dsp:cNvSpPr/>
      </dsp:nvSpPr>
      <dsp:spPr>
        <a:xfrm>
          <a:off x="5830530" y="1280401"/>
          <a:ext cx="5114453" cy="271755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3000" kern="1200"/>
            <a:t>Ръчно тестване на всички основни модули</a:t>
          </a:r>
          <a:endParaRPr lang="en-US" sz="3000" kern="120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3000" kern="1200"/>
            <a:t>Позитивни, негативни и </a:t>
          </a:r>
          <a:r>
            <a:rPr lang="en-US" sz="3000" kern="1200"/>
            <a:t>edge cases</a:t>
          </a:r>
          <a:r>
            <a:rPr lang="bg-BG" sz="3000" kern="1200"/>
            <a:t> сценарии</a:t>
          </a:r>
          <a:endParaRPr lang="en-US" sz="3000" kern="1200"/>
        </a:p>
      </dsp:txBody>
      <dsp:txXfrm>
        <a:off x="5830530" y="1280401"/>
        <a:ext cx="5114453" cy="27175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03B30A-4A06-41C8-B543-867ED4DDEDE7}">
      <dsp:nvSpPr>
        <dsp:cNvPr id="0" name=""/>
        <dsp:cNvSpPr/>
      </dsp:nvSpPr>
      <dsp:spPr>
        <a:xfrm>
          <a:off x="1423737" y="0"/>
          <a:ext cx="6673515" cy="667351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40A85F-8988-40BE-A03B-7C38C1B36660}">
      <dsp:nvSpPr>
        <dsp:cNvPr id="0" name=""/>
        <dsp:cNvSpPr/>
      </dsp:nvSpPr>
      <dsp:spPr>
        <a:xfrm>
          <a:off x="2057720" y="633983"/>
          <a:ext cx="2602670" cy="26026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PawHelp може да се използва като реална платформа за социална помощ на локално ниво</a:t>
          </a:r>
          <a:endParaRPr lang="en-US" sz="1900" kern="1200"/>
        </a:p>
      </dsp:txBody>
      <dsp:txXfrm>
        <a:off x="2184772" y="761035"/>
        <a:ext cx="2348566" cy="2348566"/>
      </dsp:txXfrm>
    </dsp:sp>
    <dsp:sp modelId="{C2AC0BD2-B2C4-485A-8E35-408FA4546E0C}">
      <dsp:nvSpPr>
        <dsp:cNvPr id="0" name=""/>
        <dsp:cNvSpPr/>
      </dsp:nvSpPr>
      <dsp:spPr>
        <a:xfrm>
          <a:off x="4860597" y="633983"/>
          <a:ext cx="2602670" cy="260267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Добре дефинираният Test Plan позволява лесно поддържане и надграждане на системата</a:t>
          </a:r>
          <a:endParaRPr lang="en-US" sz="1900" kern="1200"/>
        </a:p>
      </dsp:txBody>
      <dsp:txXfrm>
        <a:off x="4987649" y="761035"/>
        <a:ext cx="2348566" cy="2348566"/>
      </dsp:txXfrm>
    </dsp:sp>
    <dsp:sp modelId="{DD3A3DBF-8BC2-4080-A443-7A36CEBB6902}">
      <dsp:nvSpPr>
        <dsp:cNvPr id="0" name=""/>
        <dsp:cNvSpPr/>
      </dsp:nvSpPr>
      <dsp:spPr>
        <a:xfrm>
          <a:off x="2057720" y="3436860"/>
          <a:ext cx="2602670" cy="260267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При разширяване на функционалностите могат да се добавят автоматизирани тестове и мониторинг</a:t>
          </a:r>
          <a:endParaRPr lang="en-US" sz="1900" kern="1200"/>
        </a:p>
      </dsp:txBody>
      <dsp:txXfrm>
        <a:off x="2184772" y="3563912"/>
        <a:ext cx="2348566" cy="2348566"/>
      </dsp:txXfrm>
    </dsp:sp>
    <dsp:sp modelId="{DC7A4D34-2C4A-441C-AB1B-887AED9F634F}">
      <dsp:nvSpPr>
        <dsp:cNvPr id="0" name=""/>
        <dsp:cNvSpPr/>
      </dsp:nvSpPr>
      <dsp:spPr>
        <a:xfrm>
          <a:off x="4860597" y="3436860"/>
          <a:ext cx="2602670" cy="26026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Проектът е добра основа за внедряване в реална среда с повишени изисквания за сигурност и надеждност</a:t>
          </a:r>
          <a:endParaRPr lang="en-US" sz="1900" kern="1200"/>
        </a:p>
      </dsp:txBody>
      <dsp:txXfrm>
        <a:off x="4987649" y="3563912"/>
        <a:ext cx="2348566" cy="23485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9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590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35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78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87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77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125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852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4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167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5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797DE5A-DA89-0A80-C73D-8DCE1A3E2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629043-A8AF-A0A4-C2B2-A5533F751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045" y="1174376"/>
            <a:ext cx="3509383" cy="2781752"/>
          </a:xfrm>
        </p:spPr>
        <p:txBody>
          <a:bodyPr>
            <a:normAutofit/>
          </a:bodyPr>
          <a:lstStyle/>
          <a:p>
            <a:pPr algn="l"/>
            <a:r>
              <a:rPr lang="en-US" sz="6000" dirty="0" err="1"/>
              <a:t>PawHelp</a:t>
            </a:r>
            <a:endParaRPr lang="en-US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1442EB-D902-CD8A-0F26-C37116379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045" y="4062940"/>
            <a:ext cx="3509383" cy="1394913"/>
          </a:xfrm>
        </p:spPr>
        <p:txBody>
          <a:bodyPr>
            <a:normAutofit/>
          </a:bodyPr>
          <a:lstStyle/>
          <a:p>
            <a:pPr algn="l"/>
            <a:r>
              <a:rPr lang="bg-BG"/>
              <a:t>Създадено от: Александър Стоянов 2201321048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E2EF46-F29B-2CC5-EE95-5C81E19D6E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27" r="7026" b="-1"/>
          <a:stretch>
            <a:fillRect/>
          </a:stretch>
        </p:blipFill>
        <p:spPr>
          <a:xfrm>
            <a:off x="4824248" y="1"/>
            <a:ext cx="7367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71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E71198-D764-4A7A-C762-FE1004329ED3}"/>
              </a:ext>
            </a:extLst>
          </p:cNvPr>
          <p:cNvSpPr/>
          <p:nvPr/>
        </p:nvSpPr>
        <p:spPr>
          <a:xfrm>
            <a:off x="7973242" y="3777915"/>
            <a:ext cx="3178685" cy="1660043"/>
          </a:xfrm>
          <a:prstGeom prst="round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9D53D8A-D435-4CFA-9779-4691A7DE28F3}"/>
              </a:ext>
            </a:extLst>
          </p:cNvPr>
          <p:cNvSpPr/>
          <p:nvPr/>
        </p:nvSpPr>
        <p:spPr>
          <a:xfrm>
            <a:off x="8087541" y="3891625"/>
            <a:ext cx="3178685" cy="1660043"/>
          </a:xfrm>
          <a:prstGeom prst="round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B9A429-F416-3A6B-1943-B7EBFF286E00}"/>
              </a:ext>
            </a:extLst>
          </p:cNvPr>
          <p:cNvSpPr/>
          <p:nvPr/>
        </p:nvSpPr>
        <p:spPr>
          <a:xfrm>
            <a:off x="4544204" y="3817651"/>
            <a:ext cx="1957521" cy="1527832"/>
          </a:xfrm>
          <a:prstGeom prst="round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71A60A-A9DD-5C52-AC75-4714173C04AE}"/>
              </a:ext>
            </a:extLst>
          </p:cNvPr>
          <p:cNvSpPr/>
          <p:nvPr/>
        </p:nvSpPr>
        <p:spPr>
          <a:xfrm>
            <a:off x="4648473" y="3931359"/>
            <a:ext cx="1957521" cy="1527832"/>
          </a:xfrm>
          <a:prstGeom prst="round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29D1E9-608D-3176-4FDF-776A244B3D42}"/>
              </a:ext>
            </a:extLst>
          </p:cNvPr>
          <p:cNvSpPr/>
          <p:nvPr/>
        </p:nvSpPr>
        <p:spPr>
          <a:xfrm>
            <a:off x="612647" y="3777916"/>
            <a:ext cx="2497213" cy="1660043"/>
          </a:xfrm>
          <a:prstGeom prst="round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3B3D369-643B-35BE-71CD-B31A52041CDB}"/>
              </a:ext>
            </a:extLst>
          </p:cNvPr>
          <p:cNvSpPr/>
          <p:nvPr/>
        </p:nvSpPr>
        <p:spPr>
          <a:xfrm>
            <a:off x="705851" y="3902474"/>
            <a:ext cx="2497213" cy="1660043"/>
          </a:xfrm>
          <a:prstGeom prst="round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02113-9F22-CC19-B2CE-43FA94655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err="1"/>
              <a:t>PawHelp</a:t>
            </a:r>
            <a:r>
              <a:rPr lang="en-US" sz="4800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164D3-112E-018B-6653-D180A3068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1132258"/>
          </a:xfrm>
        </p:spPr>
        <p:txBody>
          <a:bodyPr>
            <a:noAutofit/>
          </a:bodyPr>
          <a:lstStyle/>
          <a:p>
            <a:r>
              <a:rPr lang="bg-BG" sz="2400" dirty="0"/>
              <a:t>Платформа, която свързва хора в социална нужда с доброволци, чрез заявки за помощ</a:t>
            </a:r>
          </a:p>
          <a:p>
            <a:r>
              <a:rPr lang="bg-BG" sz="2400" dirty="0"/>
              <a:t>Основна идея 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95B03-AC15-A7EC-B35E-253FCE1DF294}"/>
              </a:ext>
            </a:extLst>
          </p:cNvPr>
          <p:cNvSpPr txBox="1"/>
          <p:nvPr/>
        </p:nvSpPr>
        <p:spPr>
          <a:xfrm>
            <a:off x="842267" y="4053186"/>
            <a:ext cx="2341707" cy="1200329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bg-BG" sz="3600" dirty="0">
                <a:solidFill>
                  <a:schemeClr val="bg2"/>
                </a:solidFill>
              </a:rPr>
              <a:t>Малки действия</a:t>
            </a:r>
            <a:endParaRPr lang="en-US" sz="3600" dirty="0">
              <a:solidFill>
                <a:schemeClr val="bg2"/>
              </a:solidFill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B73966B-6D64-0CE1-E86A-669F0E416A7A}"/>
              </a:ext>
            </a:extLst>
          </p:cNvPr>
          <p:cNvSpPr/>
          <p:nvPr/>
        </p:nvSpPr>
        <p:spPr>
          <a:xfrm>
            <a:off x="3192021" y="4309470"/>
            <a:ext cx="1262328" cy="727435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52F039-CAC7-1579-4A40-38178BC97DB6}"/>
              </a:ext>
            </a:extLst>
          </p:cNvPr>
          <p:cNvSpPr txBox="1"/>
          <p:nvPr/>
        </p:nvSpPr>
        <p:spPr>
          <a:xfrm>
            <a:off x="4708999" y="4030069"/>
            <a:ext cx="1847752" cy="1200329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bg-BG" sz="3600" dirty="0">
                <a:solidFill>
                  <a:schemeClr val="bg2"/>
                </a:solidFill>
              </a:rPr>
              <a:t>Реална помощ</a:t>
            </a:r>
            <a:endParaRPr lang="en-US" sz="3600" dirty="0">
              <a:solidFill>
                <a:schemeClr val="bg2"/>
              </a:solidFill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7DAA995-C629-A9C5-FF11-E7558F15A473}"/>
              </a:ext>
            </a:extLst>
          </p:cNvPr>
          <p:cNvSpPr/>
          <p:nvPr/>
        </p:nvSpPr>
        <p:spPr>
          <a:xfrm>
            <a:off x="6781443" y="4309470"/>
            <a:ext cx="1262328" cy="727435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A676A2-047D-FCBB-91AD-0D83BF1DAE56}"/>
              </a:ext>
            </a:extLst>
          </p:cNvPr>
          <p:cNvSpPr txBox="1"/>
          <p:nvPr/>
        </p:nvSpPr>
        <p:spPr>
          <a:xfrm>
            <a:off x="8158070" y="4095110"/>
            <a:ext cx="3082640" cy="1200329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bg-BG" sz="3600" dirty="0">
                <a:solidFill>
                  <a:schemeClr val="bg2"/>
                </a:solidFill>
              </a:rPr>
              <a:t>Социално въздействие</a:t>
            </a:r>
            <a:endParaRPr lang="en-US" sz="36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646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87854-26B2-1583-3CC3-42A585C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bg-BG" sz="4800" dirty="0"/>
              <a:t>Основни Функционалности</a:t>
            </a:r>
            <a:endParaRPr lang="en-US" sz="48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E39A9E-BF22-F575-52FF-8A53E5F2C7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8013106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1933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6D7A2-F2EA-75CE-DB9F-4F9FF88E2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bg-BG" sz="4800" dirty="0"/>
              <a:t>Цел и обхват на тестването</a:t>
            </a:r>
            <a:endParaRPr lang="en-US" sz="48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B533D3-0842-718D-9ACF-230713D360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7899971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7140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466FCC-26A6-AD0C-513D-472AAABEC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FF8013-2791-8198-3672-834498EB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0" y="1252728"/>
            <a:ext cx="2905613" cy="4768815"/>
          </a:xfrm>
        </p:spPr>
        <p:txBody>
          <a:bodyPr>
            <a:normAutofit/>
          </a:bodyPr>
          <a:lstStyle/>
          <a:p>
            <a:r>
              <a:rPr lang="bg-BG" sz="4800" dirty="0"/>
              <a:t>Бъдещо развитие</a:t>
            </a:r>
            <a:endParaRPr lang="en-US" sz="48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5F1263-BDD6-788A-0D22-EE57DDCC2F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995451"/>
              </p:ext>
            </p:extLst>
          </p:nvPr>
        </p:nvGraphicFramePr>
        <p:xfrm>
          <a:off x="2542674" y="112295"/>
          <a:ext cx="9520989" cy="6673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574086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147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Neue Haas Grotesk Text Pro</vt:lpstr>
      <vt:lpstr>VanillaVTI</vt:lpstr>
      <vt:lpstr>PawHelp</vt:lpstr>
      <vt:lpstr>PawHelp?</vt:lpstr>
      <vt:lpstr>Основни Функционалности</vt:lpstr>
      <vt:lpstr>Цел и обхват на тестването</vt:lpstr>
      <vt:lpstr>Бъдещо развитие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alexandur stoqnov</dc:creator>
  <cp:lastModifiedBy>alexandur stoqnov</cp:lastModifiedBy>
  <cp:revision>1</cp:revision>
  <dcterms:created xsi:type="dcterms:W3CDTF">2026-01-18T09:30:04Z</dcterms:created>
  <dcterms:modified xsi:type="dcterms:W3CDTF">2026-01-18T09:49:35Z</dcterms:modified>
</cp:coreProperties>
</file>